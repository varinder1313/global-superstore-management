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Avg. Profit Margin % by Discount Level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Profit Margin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0%</c:v>
                  </c:pt>
                  <c:pt idx="1">
                    <c:v>0–10%</c:v>
                  </c:pt>
                  <c:pt idx="2">
                    <c:v>10–20%</c:v>
                  </c:pt>
                  <c:pt idx="3">
                    <c:v>20–30%</c:v>
                  </c:pt>
                  <c:pt idx="4">
                    <c:v>30–50%</c:v>
                  </c:pt>
                  <c:pt idx="5">
                    <c:v>50%+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26.5</c:v>
                </c:pt>
                <c:pt idx="1">
                  <c:v>17.1</c:v>
                </c:pt>
                <c:pt idx="2">
                  <c:v>13.7</c:v>
                </c:pt>
                <c:pt idx="3">
                  <c:v>-3.9</c:v>
                </c:pt>
                <c:pt idx="4">
                  <c:v>-33.8</c:v>
                </c:pt>
                <c:pt idx="5">
                  <c:v>-114.7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78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785"/>
                    </a:solidFill>
                    <a:latin typeface="Arial"/>
                  </a:rPr>
                  <a:t>Avg Margin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Global Superstore losing profit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despite strong sales?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wants to move from a 'grow sales' mindset to a 'grow profitable sales' mindset. This analysis identifies where discounting, category mix, and regional cost structures are quietly eroding margin across the business.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$12.6M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760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5120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11.6%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5760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Profit Margin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5120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51,290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5760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Profitability Analysis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373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— 51,290 orders, 31 fields, 4 global markets (US, EU, APAC, LATAM, EMEA, Africa, Canada), 2011–2014.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803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order lines, standardized date and postal fields, flagged missing postal codes rather than dropping rows.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233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Profit Margin %, Delivery Days, a Margin Category (Loss / Low / Medium / High), and a Profit Outlier flag.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approach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1663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 for aggregation across Category, Sub-Category, Market, Segment, and Discount tier; Looker Studio for the executive dashboard.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Profitability Analysis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6.9%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margin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34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14.0% Technology, 13.7% Office Supplies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783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-8.5%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68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sub-category margin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834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 loss: -$64K on $757K in sales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931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20%+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617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tipping point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983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margin turns negative past ~20% discount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37033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7960" y="3931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5.4%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617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market margin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983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of 7 markets despite $806K in sales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Profitability Analysis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Deep-Dive: Discounting Is Driving the Tables Loss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whole business, average profit margin falls in a straight line as discount increases — and turns negative once discounts pass roughly 20%. Tables is the sub-category most exposed to this: 54% of Tables orders carry a discount above 20%, which is why Tables is the single biggest loss driver in the portfolio.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983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Tables orders are discounted more than 20%</a:t>
            </a:r>
            <a:endParaRPr lang="en-US" sz="11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035040" y="1188720"/>
          <a:ext cx="56692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Profitability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Cap discounts on Tables &amp; Furniture at 15%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933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 approval threshold so any discount above 15% on Furniture (and Tables specifically) requires manager sign-off. Directly targets the -8.5% margin sub-category.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1089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Re-price or renegotiate the Furniture line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0215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margin (6.9%) sits far below Technology and Office Supplies (~14%). Review supplier costs and freight allocation for the category before the next buying cycle.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6177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Investigate EMEA cost structure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01091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converts $806K in sales into only 5.4% margin. Compare shipping cost and discount patterns against EU/APAC to find the specific driver.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Profitability Analysis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Business Impact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improve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the average Tables discount below the ~20% breakeven point could move the sub-category from a -$64K loss toward profitability without materially reducing order volume, since most Tables orders under 20% discount are already profitable.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we'd measure success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87452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1737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 profit margin (Tables, Furniture) tracked monthly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233172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194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orders discounted above 20%, by category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278892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2651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company profit margin vs. the 11.6% baseline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324612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3108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margin vs. EU / APAC benchmark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2519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for management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6634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demand problem — sales are healthy at $12.6M. It's a margin-discipline problem concentrated in two categories and one region. Fixing discount governance on Tables and Furniture is the fastest lever available.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Profitability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management should be cautious about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true cost-of-goods data — Profit is the field provided, not an audited P&amp;L line, so exact dollar impact should be validated against finance records.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reason is unknown (negotiated deal vs. promotion vs. clearance) — the discount-margin link is a strong correlation, not proven causation.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40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40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conclude that cutting all discounts is safe — some discounts may be driving volume or retention that this dataset doesn't capture.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analyze next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19202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controlled test: cap Tables discount at 15% in one region for a quarter and compare margin and volume.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880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EMEA down by country/sub-region to find whether the drag is one market or spread evenly.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840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840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customer-level profitability to check whether high-discount orders come from strategic accounts worth protecting.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Profitability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2026-09-11T12:33:29Z</dcterms:created>
  <dcterms:modified xsi:type="dcterms:W3CDTF">2026-09-11T12:33:29Z</dcterms:modified>
</cp:coreProperties>
</file>